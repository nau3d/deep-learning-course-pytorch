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7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3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0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22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8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3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7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C79AC-4BC6-4354-AC3E-66CBE458FD59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3E485-A519-4594-BB17-67AE6E934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3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885" y="2217420"/>
            <a:ext cx="2000250" cy="228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15" y="2217420"/>
            <a:ext cx="20002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4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Autoencoders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65836" y="3013545"/>
            <a:ext cx="230588" cy="2210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/>
          <p:cNvSpPr/>
          <p:nvPr/>
        </p:nvSpPr>
        <p:spPr>
          <a:xfrm rot="5400000">
            <a:off x="3303765" y="3009571"/>
            <a:ext cx="2210464" cy="2218413"/>
          </a:xfrm>
          <a:prstGeom prst="trapezoid">
            <a:avLst>
              <a:gd name="adj" fmla="val 3866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37529" y="3864334"/>
            <a:ext cx="143123" cy="50888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/>
          <p:cNvSpPr/>
          <p:nvPr/>
        </p:nvSpPr>
        <p:spPr>
          <a:xfrm rot="16200000">
            <a:off x="6103953" y="3009571"/>
            <a:ext cx="2210464" cy="2218413"/>
          </a:xfrm>
          <a:prstGeom prst="trapezoid">
            <a:avLst>
              <a:gd name="adj" fmla="val 38669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22424" y="3013545"/>
            <a:ext cx="230588" cy="2210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32090" y="5039342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Encoder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372433" y="4577677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Latent space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20269" y="5039342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Decoder</a:t>
            </a: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16" y="3609187"/>
            <a:ext cx="1000125" cy="1019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948" y="3609187"/>
            <a:ext cx="1000125" cy="1019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86609" y="1905125"/>
            <a:ext cx="7520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Autoencoders goal is to learn a representation of the input in the latent space 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182387" y="6206882"/>
            <a:ext cx="290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The “label” is the input itself 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705065" y="252348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28x28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161653" y="252538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28x28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646383" y="34692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7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Variational Autoencoders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65836" y="3013545"/>
            <a:ext cx="230588" cy="2210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/>
          <p:cNvSpPr/>
          <p:nvPr/>
        </p:nvSpPr>
        <p:spPr>
          <a:xfrm rot="5400000">
            <a:off x="3303765" y="3009571"/>
            <a:ext cx="2210464" cy="2218413"/>
          </a:xfrm>
          <a:prstGeom prst="trapezoid">
            <a:avLst>
              <a:gd name="adj" fmla="val 3866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584632" y="4164592"/>
            <a:ext cx="150610" cy="2146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/>
          <p:cNvSpPr/>
          <p:nvPr/>
        </p:nvSpPr>
        <p:spPr>
          <a:xfrm rot="16200000">
            <a:off x="6103953" y="3009571"/>
            <a:ext cx="2210464" cy="2218413"/>
          </a:xfrm>
          <a:prstGeom prst="trapezoid">
            <a:avLst>
              <a:gd name="adj" fmla="val 38669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22424" y="3013545"/>
            <a:ext cx="230588" cy="2210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32090" y="5039342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Encoder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38119" y="319190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Latent space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20269" y="5039342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Decoder</a:t>
            </a: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16" y="3609187"/>
            <a:ext cx="1000125" cy="1019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948" y="3609187"/>
            <a:ext cx="1000125" cy="1019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86609" y="1905125"/>
            <a:ext cx="726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The latent space is composed of mean and std dev for a normal distribution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705065" y="252348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28x28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161653" y="252538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28x28</a:t>
            </a: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584632" y="3844649"/>
            <a:ext cx="150610" cy="2146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886920" y="3838589"/>
            <a:ext cx="109026" cy="526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771036" y="436526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</a:t>
            </a: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199967" y="5864033"/>
            <a:ext cx="5235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mtClean="0"/>
              <a:t>z is a random variable drawn from a normal distribution with average and standard deviation from the latent space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96270" y="3788323"/>
                <a:ext cx="327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270" y="3788323"/>
                <a:ext cx="32733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488215" y="4115437"/>
                <a:ext cx="3348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215" y="4115437"/>
                <a:ext cx="33489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586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Variational Autoencoders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65836" y="3013546"/>
            <a:ext cx="229627" cy="1892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/>
          <p:cNvSpPr/>
          <p:nvPr/>
        </p:nvSpPr>
        <p:spPr>
          <a:xfrm rot="5400000">
            <a:off x="3303765" y="3009571"/>
            <a:ext cx="2210464" cy="2218413"/>
          </a:xfrm>
          <a:prstGeom prst="trapezoid">
            <a:avLst>
              <a:gd name="adj" fmla="val 3866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584632" y="4164592"/>
            <a:ext cx="150610" cy="2146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/>
          <p:cNvSpPr/>
          <p:nvPr/>
        </p:nvSpPr>
        <p:spPr>
          <a:xfrm rot="16200000">
            <a:off x="6103953" y="3009571"/>
            <a:ext cx="2210464" cy="2218413"/>
          </a:xfrm>
          <a:prstGeom prst="trapezoid">
            <a:avLst>
              <a:gd name="adj" fmla="val 38669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22424" y="3013545"/>
            <a:ext cx="230588" cy="2210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32090" y="5039342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Encoder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20269" y="5039342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Decoder</a:t>
            </a:r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692" y="3515070"/>
            <a:ext cx="1000125" cy="10191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948" y="3609187"/>
            <a:ext cx="1000125" cy="1019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05462" y="1690688"/>
            <a:ext cx="5428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Adds the class label, or a “condition” (semi supervised?)</a:t>
            </a:r>
          </a:p>
          <a:p>
            <a:r>
              <a:rPr lang="en-US" smtClean="0"/>
              <a:t>Allows the generation of samples for a particular class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705065" y="252348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28x28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161653" y="252538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28x28</a:t>
            </a: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584632" y="3844649"/>
            <a:ext cx="150610" cy="2146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886920" y="3838589"/>
            <a:ext cx="109026" cy="526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785290" y="35150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Z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96270" y="3788323"/>
                <a:ext cx="327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270" y="3788323"/>
                <a:ext cx="32733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488215" y="4115437"/>
                <a:ext cx="3348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215" y="4115437"/>
                <a:ext cx="33489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2957906" y="5011784"/>
            <a:ext cx="219877" cy="21282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475469" y="4933529"/>
            <a:ext cx="138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condition (4)</a:t>
            </a: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886920" y="4428432"/>
            <a:ext cx="99657" cy="149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382085" y="4534245"/>
            <a:ext cx="1072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condition</a:t>
            </a:r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227732" y="5989295"/>
            <a:ext cx="519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The condition is fed to both the encoder and decoder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8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122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Autoencoders</vt:lpstr>
      <vt:lpstr>Variational Autoencoders</vt:lpstr>
      <vt:lpstr>Conditional Variational Autoencoders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Antonio Ramires</dc:creator>
  <cp:lastModifiedBy>Antonio Ramires</cp:lastModifiedBy>
  <cp:revision>2</cp:revision>
  <dcterms:created xsi:type="dcterms:W3CDTF">2025-04-25T14:20:23Z</dcterms:created>
  <dcterms:modified xsi:type="dcterms:W3CDTF">2025-04-25T14:26:42Z</dcterms:modified>
</cp:coreProperties>
</file>